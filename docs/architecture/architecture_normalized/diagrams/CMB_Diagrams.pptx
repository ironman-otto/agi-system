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5AD28-EC2C-4116-9E77-97EDEA2D8D0C}" v="16" dt="2025-08-04T02:42:22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tto Lecuona" userId="b162bc7164e5eb40" providerId="LiveId" clId="{0705AD28-EC2C-4116-9E77-97EDEA2D8D0C}"/>
    <pc:docChg chg="undo custSel addSld delSld modSld">
      <pc:chgData name="Otto Lecuona" userId="b162bc7164e5eb40" providerId="LiveId" clId="{0705AD28-EC2C-4116-9E77-97EDEA2D8D0C}" dt="2025-08-04T02:42:22.657" v="73"/>
      <pc:docMkLst>
        <pc:docMk/>
      </pc:docMkLst>
      <pc:sldChg chg="new">
        <pc:chgData name="Otto Lecuona" userId="b162bc7164e5eb40" providerId="LiveId" clId="{0705AD28-EC2C-4116-9E77-97EDEA2D8D0C}" dt="2025-08-04T02:33:11.583" v="0" actId="680"/>
        <pc:sldMkLst>
          <pc:docMk/>
          <pc:sldMk cId="1765111738" sldId="256"/>
        </pc:sldMkLst>
      </pc:sldChg>
      <pc:sldChg chg="addSp modSp new mod">
        <pc:chgData name="Otto Lecuona" userId="b162bc7164e5eb40" providerId="LiveId" clId="{0705AD28-EC2C-4116-9E77-97EDEA2D8D0C}" dt="2025-08-04T02:36:12.965" v="31" actId="962"/>
        <pc:sldMkLst>
          <pc:docMk/>
          <pc:sldMk cId="857934705" sldId="257"/>
        </pc:sldMkLst>
        <pc:picChg chg="add mod">
          <ac:chgData name="Otto Lecuona" userId="b162bc7164e5eb40" providerId="LiveId" clId="{0705AD28-EC2C-4116-9E77-97EDEA2D8D0C}" dt="2025-08-04T02:36:12.965" v="31" actId="962"/>
          <ac:picMkLst>
            <pc:docMk/>
            <pc:sldMk cId="857934705" sldId="257"/>
            <ac:picMk id="3" creationId="{AF88FE31-CDA5-4E36-9FEB-BDBE92ADF332}"/>
          </ac:picMkLst>
        </pc:picChg>
      </pc:sldChg>
      <pc:sldChg chg="addSp delSp modSp new del mod setBg">
        <pc:chgData name="Otto Lecuona" userId="b162bc7164e5eb40" providerId="LiveId" clId="{0705AD28-EC2C-4116-9E77-97EDEA2D8D0C}" dt="2025-08-04T02:35:48.855" v="27" actId="680"/>
        <pc:sldMkLst>
          <pc:docMk/>
          <pc:sldMk cId="2683987694" sldId="257"/>
        </pc:sldMkLst>
        <pc:spChg chg="mod">
          <ac:chgData name="Otto Lecuona" userId="b162bc7164e5eb40" providerId="LiveId" clId="{0705AD28-EC2C-4116-9E77-97EDEA2D8D0C}" dt="2025-08-04T02:33:47.240" v="3" actId="26606"/>
          <ac:spMkLst>
            <pc:docMk/>
            <pc:sldMk cId="2683987694" sldId="257"/>
            <ac:spMk id="2" creationId="{6C75A2F7-6D94-2747-5EF6-F8B9C714721B}"/>
          </ac:spMkLst>
        </pc:spChg>
        <pc:spChg chg="add del">
          <ac:chgData name="Otto Lecuona" userId="b162bc7164e5eb40" providerId="LiveId" clId="{0705AD28-EC2C-4116-9E77-97EDEA2D8D0C}" dt="2025-08-04T02:35:47.776" v="26" actId="931"/>
          <ac:spMkLst>
            <pc:docMk/>
            <pc:sldMk cId="2683987694" sldId="257"/>
            <ac:spMk id="3" creationId="{23BBE8BF-4061-6628-7A52-CB4E26520A73}"/>
          </ac:spMkLst>
        </pc:spChg>
        <pc:spChg chg="mod">
          <ac:chgData name="Otto Lecuona" userId="b162bc7164e5eb40" providerId="LiveId" clId="{0705AD28-EC2C-4116-9E77-97EDEA2D8D0C}" dt="2025-08-04T02:33:47.240" v="3" actId="26606"/>
          <ac:spMkLst>
            <pc:docMk/>
            <pc:sldMk cId="2683987694" sldId="257"/>
            <ac:spMk id="4" creationId="{CA50D590-0B68-2DAC-CA6F-F539113F5D59}"/>
          </ac:spMkLst>
        </pc:spChg>
        <pc:spChg chg="add del">
          <ac:chgData name="Otto Lecuona" userId="b162bc7164e5eb40" providerId="LiveId" clId="{0705AD28-EC2C-4116-9E77-97EDEA2D8D0C}" dt="2025-08-04T02:33:47.240" v="3" actId="26606"/>
          <ac:spMkLst>
            <pc:docMk/>
            <pc:sldMk cId="2683987694" sldId="257"/>
            <ac:spMk id="9" creationId="{095B79CA-1CB8-A133-67D7-E2B7AC1F9454}"/>
          </ac:spMkLst>
        </pc:spChg>
        <pc:picChg chg="add mod">
          <ac:chgData name="Otto Lecuona" userId="b162bc7164e5eb40" providerId="LiveId" clId="{0705AD28-EC2C-4116-9E77-97EDEA2D8D0C}" dt="2025-08-04T02:34:44.280" v="20"/>
          <ac:picMkLst>
            <pc:docMk/>
            <pc:sldMk cId="2683987694" sldId="257"/>
            <ac:picMk id="6" creationId="{7CA8FF4E-F1FA-5607-BFF9-3C5F6957E5D0}"/>
          </ac:picMkLst>
        </pc:picChg>
        <pc:picChg chg="add mod">
          <ac:chgData name="Otto Lecuona" userId="b162bc7164e5eb40" providerId="LiveId" clId="{0705AD28-EC2C-4116-9E77-97EDEA2D8D0C}" dt="2025-08-04T02:35:47.776" v="26" actId="931"/>
          <ac:picMkLst>
            <pc:docMk/>
            <pc:sldMk cId="2683987694" sldId="257"/>
            <ac:picMk id="8" creationId="{AFBEAD2C-08CC-95F0-5514-B2CCE5E6793F}"/>
          </ac:picMkLst>
        </pc:picChg>
      </pc:sldChg>
      <pc:sldChg chg="addSp modSp new mod">
        <pc:chgData name="Otto Lecuona" userId="b162bc7164e5eb40" providerId="LiveId" clId="{0705AD28-EC2C-4116-9E77-97EDEA2D8D0C}" dt="2025-08-04T02:36:40.468" v="35" actId="962"/>
        <pc:sldMkLst>
          <pc:docMk/>
          <pc:sldMk cId="286522700" sldId="258"/>
        </pc:sldMkLst>
        <pc:picChg chg="add mod">
          <ac:chgData name="Otto Lecuona" userId="b162bc7164e5eb40" providerId="LiveId" clId="{0705AD28-EC2C-4116-9E77-97EDEA2D8D0C}" dt="2025-08-04T02:36:40.468" v="35" actId="962"/>
          <ac:picMkLst>
            <pc:docMk/>
            <pc:sldMk cId="286522700" sldId="258"/>
            <ac:picMk id="3" creationId="{BE90F37D-5A12-BFF0-59D9-D4D8F6D110DA}"/>
          </ac:picMkLst>
        </pc:picChg>
      </pc:sldChg>
      <pc:sldChg chg="addSp modSp new mod">
        <pc:chgData name="Otto Lecuona" userId="b162bc7164e5eb40" providerId="LiveId" clId="{0705AD28-EC2C-4116-9E77-97EDEA2D8D0C}" dt="2025-08-04T02:37:30.812" v="39" actId="962"/>
        <pc:sldMkLst>
          <pc:docMk/>
          <pc:sldMk cId="2552368614" sldId="259"/>
        </pc:sldMkLst>
        <pc:picChg chg="add mod">
          <ac:chgData name="Otto Lecuona" userId="b162bc7164e5eb40" providerId="LiveId" clId="{0705AD28-EC2C-4116-9E77-97EDEA2D8D0C}" dt="2025-08-04T02:37:30.812" v="39" actId="962"/>
          <ac:picMkLst>
            <pc:docMk/>
            <pc:sldMk cId="2552368614" sldId="259"/>
            <ac:picMk id="3" creationId="{1BA7BBD1-08C3-2BAE-B863-6F1BB62278E5}"/>
          </ac:picMkLst>
        </pc:picChg>
      </pc:sldChg>
      <pc:sldChg chg="addSp modSp new mod">
        <pc:chgData name="Otto Lecuona" userId="b162bc7164e5eb40" providerId="LiveId" clId="{0705AD28-EC2C-4116-9E77-97EDEA2D8D0C}" dt="2025-08-04T02:38:46.826" v="46" actId="962"/>
        <pc:sldMkLst>
          <pc:docMk/>
          <pc:sldMk cId="305260566" sldId="260"/>
        </pc:sldMkLst>
        <pc:picChg chg="add mod">
          <ac:chgData name="Otto Lecuona" userId="b162bc7164e5eb40" providerId="LiveId" clId="{0705AD28-EC2C-4116-9E77-97EDEA2D8D0C}" dt="2025-08-04T02:38:46.826" v="46" actId="962"/>
          <ac:picMkLst>
            <pc:docMk/>
            <pc:sldMk cId="305260566" sldId="260"/>
            <ac:picMk id="3" creationId="{6821046F-2D64-BF48-7569-710FA6AB3CC4}"/>
          </ac:picMkLst>
        </pc:picChg>
      </pc:sldChg>
      <pc:sldChg chg="addSp modSp new mod">
        <pc:chgData name="Otto Lecuona" userId="b162bc7164e5eb40" providerId="LiveId" clId="{0705AD28-EC2C-4116-9E77-97EDEA2D8D0C}" dt="2025-08-04T02:39:01.935" v="49" actId="962"/>
        <pc:sldMkLst>
          <pc:docMk/>
          <pc:sldMk cId="156957756" sldId="261"/>
        </pc:sldMkLst>
        <pc:picChg chg="add mod">
          <ac:chgData name="Otto Lecuona" userId="b162bc7164e5eb40" providerId="LiveId" clId="{0705AD28-EC2C-4116-9E77-97EDEA2D8D0C}" dt="2025-08-04T02:39:01.935" v="49" actId="962"/>
          <ac:picMkLst>
            <pc:docMk/>
            <pc:sldMk cId="156957756" sldId="261"/>
            <ac:picMk id="3" creationId="{2EF3060C-5C8A-C792-64B3-16471A430E67}"/>
          </ac:picMkLst>
        </pc:picChg>
      </pc:sldChg>
      <pc:sldChg chg="addSp modSp new mod">
        <pc:chgData name="Otto Lecuona" userId="b162bc7164e5eb40" providerId="LiveId" clId="{0705AD28-EC2C-4116-9E77-97EDEA2D8D0C}" dt="2025-08-04T02:39:42.904" v="52" actId="962"/>
        <pc:sldMkLst>
          <pc:docMk/>
          <pc:sldMk cId="195380223" sldId="262"/>
        </pc:sldMkLst>
        <pc:picChg chg="add mod">
          <ac:chgData name="Otto Lecuona" userId="b162bc7164e5eb40" providerId="LiveId" clId="{0705AD28-EC2C-4116-9E77-97EDEA2D8D0C}" dt="2025-08-04T02:39:42.904" v="52" actId="962"/>
          <ac:picMkLst>
            <pc:docMk/>
            <pc:sldMk cId="195380223" sldId="262"/>
            <ac:picMk id="3" creationId="{BDEB46E5-FE15-1896-4300-2822C48696D8}"/>
          </ac:picMkLst>
        </pc:picChg>
      </pc:sldChg>
      <pc:sldChg chg="addSp modSp new mod">
        <pc:chgData name="Otto Lecuona" userId="b162bc7164e5eb40" providerId="LiveId" clId="{0705AD28-EC2C-4116-9E77-97EDEA2D8D0C}" dt="2025-08-04T02:39:59.035" v="55" actId="962"/>
        <pc:sldMkLst>
          <pc:docMk/>
          <pc:sldMk cId="1484219684" sldId="263"/>
        </pc:sldMkLst>
        <pc:picChg chg="add mod">
          <ac:chgData name="Otto Lecuona" userId="b162bc7164e5eb40" providerId="LiveId" clId="{0705AD28-EC2C-4116-9E77-97EDEA2D8D0C}" dt="2025-08-04T02:39:59.035" v="55" actId="962"/>
          <ac:picMkLst>
            <pc:docMk/>
            <pc:sldMk cId="1484219684" sldId="263"/>
            <ac:picMk id="3" creationId="{CECDC7B9-9653-6042-70FA-7FA8E87B2048}"/>
          </ac:picMkLst>
        </pc:picChg>
      </pc:sldChg>
      <pc:sldChg chg="addSp modSp new mod">
        <pc:chgData name="Otto Lecuona" userId="b162bc7164e5eb40" providerId="LiveId" clId="{0705AD28-EC2C-4116-9E77-97EDEA2D8D0C}" dt="2025-08-04T02:40:57.902" v="62" actId="962"/>
        <pc:sldMkLst>
          <pc:docMk/>
          <pc:sldMk cId="2517268469" sldId="264"/>
        </pc:sldMkLst>
        <pc:picChg chg="add mod">
          <ac:chgData name="Otto Lecuona" userId="b162bc7164e5eb40" providerId="LiveId" clId="{0705AD28-EC2C-4116-9E77-97EDEA2D8D0C}" dt="2025-08-04T02:40:57.902" v="62" actId="962"/>
          <ac:picMkLst>
            <pc:docMk/>
            <pc:sldMk cId="2517268469" sldId="264"/>
            <ac:picMk id="3" creationId="{27CB6CA8-2A26-32FA-2B32-442DF8B6A743}"/>
          </ac:picMkLst>
        </pc:picChg>
      </pc:sldChg>
      <pc:sldChg chg="addSp modSp new mod">
        <pc:chgData name="Otto Lecuona" userId="b162bc7164e5eb40" providerId="LiveId" clId="{0705AD28-EC2C-4116-9E77-97EDEA2D8D0C}" dt="2025-08-04T02:41:12.817" v="65" actId="962"/>
        <pc:sldMkLst>
          <pc:docMk/>
          <pc:sldMk cId="2291436107" sldId="265"/>
        </pc:sldMkLst>
        <pc:picChg chg="add mod">
          <ac:chgData name="Otto Lecuona" userId="b162bc7164e5eb40" providerId="LiveId" clId="{0705AD28-EC2C-4116-9E77-97EDEA2D8D0C}" dt="2025-08-04T02:41:12.817" v="65" actId="962"/>
          <ac:picMkLst>
            <pc:docMk/>
            <pc:sldMk cId="2291436107" sldId="265"/>
            <ac:picMk id="3" creationId="{4D542203-8BC5-AF58-2D68-A64F108EFF5D}"/>
          </ac:picMkLst>
        </pc:picChg>
      </pc:sldChg>
      <pc:sldChg chg="addSp modSp new mod">
        <pc:chgData name="Otto Lecuona" userId="b162bc7164e5eb40" providerId="LiveId" clId="{0705AD28-EC2C-4116-9E77-97EDEA2D8D0C}" dt="2025-08-04T02:41:29.282" v="68" actId="962"/>
        <pc:sldMkLst>
          <pc:docMk/>
          <pc:sldMk cId="1162885196" sldId="266"/>
        </pc:sldMkLst>
        <pc:picChg chg="add mod">
          <ac:chgData name="Otto Lecuona" userId="b162bc7164e5eb40" providerId="LiveId" clId="{0705AD28-EC2C-4116-9E77-97EDEA2D8D0C}" dt="2025-08-04T02:41:29.282" v="68" actId="962"/>
          <ac:picMkLst>
            <pc:docMk/>
            <pc:sldMk cId="1162885196" sldId="266"/>
            <ac:picMk id="3" creationId="{8ADD5A5E-F2C9-7B27-1632-9A4341808320}"/>
          </ac:picMkLst>
        </pc:picChg>
      </pc:sldChg>
      <pc:sldChg chg="addSp modSp new mod">
        <pc:chgData name="Otto Lecuona" userId="b162bc7164e5eb40" providerId="LiveId" clId="{0705AD28-EC2C-4116-9E77-97EDEA2D8D0C}" dt="2025-08-04T02:41:39.389" v="71" actId="962"/>
        <pc:sldMkLst>
          <pc:docMk/>
          <pc:sldMk cId="3284542418" sldId="267"/>
        </pc:sldMkLst>
        <pc:picChg chg="add mod">
          <ac:chgData name="Otto Lecuona" userId="b162bc7164e5eb40" providerId="LiveId" clId="{0705AD28-EC2C-4116-9E77-97EDEA2D8D0C}" dt="2025-08-04T02:41:39.389" v="71" actId="962"/>
          <ac:picMkLst>
            <pc:docMk/>
            <pc:sldMk cId="3284542418" sldId="267"/>
            <ac:picMk id="3" creationId="{8799513F-3A4F-05C3-3A81-E24C99BFDA08}"/>
          </ac:picMkLst>
        </pc:picChg>
      </pc:sldChg>
      <pc:sldChg chg="addSp modSp new">
        <pc:chgData name="Otto Lecuona" userId="b162bc7164e5eb40" providerId="LiveId" clId="{0705AD28-EC2C-4116-9E77-97EDEA2D8D0C}" dt="2025-08-04T02:42:22.657" v="73"/>
        <pc:sldMkLst>
          <pc:docMk/>
          <pc:sldMk cId="316524957" sldId="268"/>
        </pc:sldMkLst>
        <pc:picChg chg="add mod">
          <ac:chgData name="Otto Lecuona" userId="b162bc7164e5eb40" providerId="LiveId" clId="{0705AD28-EC2C-4116-9E77-97EDEA2D8D0C}" dt="2025-08-04T02:42:22.657" v="73"/>
          <ac:picMkLst>
            <pc:docMk/>
            <pc:sldMk cId="316524957" sldId="268"/>
            <ac:picMk id="3" creationId="{A36B5CBE-A71E-E41A-6A97-A381AF71A6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CC08-F1B3-4535-A343-965D9AC2F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9D3EA-46DF-35B4-1E0C-CFC65DBEF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64BA8-EE8C-1722-CA27-C5A823F2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3E8AB-9530-BA77-5741-64FE1E8E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58D05-5CDD-5190-5FFA-67D7D25A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43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ECBF-F5E9-1451-9196-B48F3A4F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6357-ED32-FAA3-904E-78443FF41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C4C7A-9F02-2BEE-74AD-8C0A8EED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38204-8BBD-4593-A246-FE97CEA6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50D8B-159A-24CF-7F7B-1E1FD00B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7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EBED-DFCF-3C61-95BB-BD0155D92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EF692-C673-E662-AE81-81FDD9473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0297A-BD06-8752-ABD0-E477D1F5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C57D-231A-F932-9A26-B60B433C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43314-22BA-A639-1AC5-9D7C53C7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8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C818-6A5C-3E8E-AF24-8155A05A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3484-6ECF-6249-8926-CE6018A70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05C0E-094A-0531-5BA2-8300D82A9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E97E4-21F9-0162-7152-3B74528E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68792-59ED-9FF9-B273-81CA01B7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147B-43FB-EA8F-554D-422D7A2A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7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63C8-732E-6062-E746-67593134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201FA-5BA2-D778-C68A-3AE473B22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8277C-76E4-FB08-D655-94E32A708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A848AC-194B-C086-39A4-07D28FD5A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9BF7B-53A9-52D9-C292-D0C9D9E1D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2D462-B607-6C6F-4F0C-E379032C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D896F2-0165-0E19-E83B-82865C40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D08E98-FE9A-BE6E-2F64-B16AFF65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4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EC2B-903A-CE02-2C7D-BAACE527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44F7B-CA4B-E02C-C3BD-7691D908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0DC2F-DD0F-98D7-2DB5-2970F87C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24EBF-BE3B-3D94-5096-F52ECF5E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3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3255A-D01A-0C7E-D40D-E3F707A8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0484C-D03E-1170-8113-6350E833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FA9C-6A76-B684-87B2-207FBD92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4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2857-771A-8F25-6D40-17BD15F6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AAE82-FBAC-F847-4C77-709E6D97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EC1-020C-9A32-946A-7D1AEA3D2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180AB-DF60-311C-ED10-AF4A7176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A4984-4D29-0E52-1FB5-D32575FF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A2BF1-A2A1-CBEA-4A1A-B6360699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92FF-38AF-D90A-4F37-6E5AA5AC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D3D76B-E6B1-FC61-AAB4-0AE282859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07E75-6FBA-E5FB-4D34-B944AFB01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5B832-21B9-3436-0534-E49D3AE3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4539E-B91D-F78C-D5EF-7F5CACDA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F95FF-A49A-91D5-FE3F-147309DC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9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DCE8-3698-B379-4AFD-F985A9C6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CA58B-88A8-D872-0D9F-3AFBA5651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DBA5A-F16B-076F-7F79-4FDFC98D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EE4B9-69FE-2708-D05C-BA2AF29D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F1C2-A382-6E63-3841-22AA44A8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8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1A27A-BD7E-1783-0459-AA2C6CD02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4C84B-6D30-2D9A-B2A2-1612C6185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375C9-74B3-31F2-82C3-8107ACEA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9A8E7-4946-31C7-6485-159786A8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BCB77-444C-6C63-C66A-1EB94257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5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39AB36-5652-1624-5965-281FEB22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8E013-5B54-0802-C1B0-AF46100B2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485B9-BF0C-7776-63EC-4B571E483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59AB5-1057-48C7-908B-9BFAAAFF0D1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1592-5353-BE93-646F-998A0FD92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94631-FFC0-834D-8001-598C03D70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5F580-8917-4F79-9D8D-50F9FED2B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8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1057-0F71-B806-1AC2-E929A3686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18410-211D-D945-E15A-A9E46CF6D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11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AF88FE31-CDA5-4E36-9FEB-BDBE92AD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0407"/>
            <a:ext cx="12192000" cy="463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3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BE90F37D-5A12-BFF0-59D9-D4D8F6D11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685"/>
            <a:ext cx="12192000" cy="613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's process&#10;&#10;AI-generated content may be incorrect.">
            <a:extLst>
              <a:ext uri="{FF2B5EF4-FFF2-40B4-BE49-F238E27FC236}">
                <a16:creationId xmlns:a16="http://schemas.microsoft.com/office/drawing/2014/main" id="{1BA7BBD1-08C3-2BAE-B863-6F1BB6227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2" y="0"/>
            <a:ext cx="121242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6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6821046F-2D64-BF48-7569-710FA6AB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3536"/>
            <a:ext cx="12192000" cy="32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0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2EF3060C-5C8A-C792-64B3-16471A430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685"/>
            <a:ext cx="12192000" cy="613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ailure&#10;&#10;AI-generated content may be incorrect.">
            <a:extLst>
              <a:ext uri="{FF2B5EF4-FFF2-40B4-BE49-F238E27FC236}">
                <a16:creationId xmlns:a16="http://schemas.microsoft.com/office/drawing/2014/main" id="{BDEB46E5-FE15-1896-4300-2822C4869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4786"/>
            <a:ext cx="12192000" cy="314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CECDC7B9-9653-6042-70FA-7FA8E87B2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3536"/>
            <a:ext cx="12192000" cy="32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1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27CB6CA8-2A26-32FA-2B32-442DF8B6A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5525"/>
            <a:ext cx="12192000" cy="50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6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with text and a yellow box&#10;&#10;AI-generated content may be incorrect.">
            <a:extLst>
              <a:ext uri="{FF2B5EF4-FFF2-40B4-BE49-F238E27FC236}">
                <a16:creationId xmlns:a16="http://schemas.microsoft.com/office/drawing/2014/main" id="{4D542203-8BC5-AF58-2D68-A64F108EF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4583"/>
            <a:ext cx="12192000" cy="40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3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8ADD5A5E-F2C9-7B27-1632-9A4341808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79491"/>
            <a:ext cx="12192000" cy="209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85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8799513F-3A4F-05C3-3A81-E24C99BFD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29" y="0"/>
            <a:ext cx="10008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4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6B5CBE-A71E-E41A-6A97-A381AF71A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7940"/>
            <a:ext cx="12192000" cy="106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4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Otto Lecuona</dc:creator>
  <cp:lastModifiedBy>Otto Lecuona</cp:lastModifiedBy>
  <cp:revision>1</cp:revision>
  <dcterms:created xsi:type="dcterms:W3CDTF">2025-08-04T02:33:06Z</dcterms:created>
  <dcterms:modified xsi:type="dcterms:W3CDTF">2025-08-04T02:42:22Z</dcterms:modified>
</cp:coreProperties>
</file>