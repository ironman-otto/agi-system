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tto Lecuona" userId="b162bc7164e5eb40" providerId="LiveId" clId="{6A1186DE-D821-4598-9661-488F2D259DC3}"/>
    <pc:docChg chg="delSld delMainMaster">
      <pc:chgData name="Otto Lecuona" userId="b162bc7164e5eb40" providerId="LiveId" clId="{6A1186DE-D821-4598-9661-488F2D259DC3}" dt="2026-01-30T18:51:19.268" v="0" actId="47"/>
      <pc:docMkLst>
        <pc:docMk/>
      </pc:docMkLst>
      <pc:sldChg chg="del">
        <pc:chgData name="Otto Lecuona" userId="b162bc7164e5eb40" providerId="LiveId" clId="{6A1186DE-D821-4598-9661-488F2D259DC3}" dt="2026-01-30T18:51:19.268" v="0" actId="47"/>
        <pc:sldMkLst>
          <pc:docMk/>
          <pc:sldMk cId="745019363" sldId="256"/>
        </pc:sldMkLst>
      </pc:sldChg>
      <pc:sldMasterChg chg="del delSldLayout">
        <pc:chgData name="Otto Lecuona" userId="b162bc7164e5eb40" providerId="LiveId" clId="{6A1186DE-D821-4598-9661-488F2D259DC3}" dt="2026-01-30T18:51:19.268" v="0" actId="47"/>
        <pc:sldMasterMkLst>
          <pc:docMk/>
          <pc:sldMasterMk cId="651760441" sldId="2147483648"/>
        </pc:sldMasterMkLst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1884034506" sldId="2147483649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3748912203" sldId="2147483650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3633284195" sldId="2147483651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2533371426" sldId="2147483652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2621339491" sldId="2147483653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3104111866" sldId="2147483654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3575653073" sldId="2147483655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3062177374" sldId="2147483656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489797056" sldId="2147483657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4045106250" sldId="2147483658"/>
          </pc:sldLayoutMkLst>
        </pc:sldLayoutChg>
        <pc:sldLayoutChg chg="del">
          <pc:chgData name="Otto Lecuona" userId="b162bc7164e5eb40" providerId="LiveId" clId="{6A1186DE-D821-4598-9661-488F2D259DC3}" dt="2026-01-30T18:51:19.268" v="0" actId="47"/>
          <pc:sldLayoutMkLst>
            <pc:docMk/>
            <pc:sldMasterMk cId="651760441" sldId="2147483648"/>
            <pc:sldLayoutMk cId="744692244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D1FD-8356-9E6B-5C79-AF0D0347F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9AFFB-E905-1092-604D-C710DA7FE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68F61-24FD-022E-C8DD-A0F4AC86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0B52E-53A1-4AF6-5F93-B7731504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B5D5-ED30-C884-491A-13ACE8C3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8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8E24-F1AB-0016-94D4-DBA7C86C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E3E0-5E35-3C85-62FC-F39E5D488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E75A-8939-ABFF-2207-FF11C78B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835B-A4D9-A56E-3B53-37EAF4DDC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58B0D-A124-9E9E-1B44-E16FB1C6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9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C564-4A3B-D983-E5AA-FCF288A8B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DE2B0-CB6C-B187-2911-F6A34BDC6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AA5CF-F669-A5ED-384C-974DC153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55B87-F7D0-4FEF-9E93-4737F09F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222D3-0642-FF77-E72B-06CDB845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3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CAAE4-5E62-D5FC-6604-5E1A9C29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42B76-DD6E-050F-36BC-B23FFA6EA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00B83-5319-8730-6415-6BCBB7167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F1933-0A28-7F99-2C9A-19B3F0FF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969F-D046-81D4-F2FD-ED327468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9820E-6D03-1CE1-A8D6-3189E613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9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5FF7-A115-8347-9128-34747931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816DE-4AF6-FA1B-D79A-B63AEB006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36144-78DD-F0DC-486A-89DCCAA78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E477E-DED8-7D0C-19B4-9BB75E22D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767E2-6E25-DFD4-AC59-C0B7068B5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B36FF4-B55F-3023-DA7A-F194F324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A2156-41E4-4778-F7BA-5F4609E4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CD6CD-CB7E-7B57-5E42-26618C8D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51FE-4BC7-CBFF-C745-D5A835D9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0E387-EE7E-7625-E69D-00B853DC4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AD965-A973-9440-60D9-FE06B77D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B1988-2B3D-DB4F-BE0B-BFC233D0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5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087DA-9FA6-ED13-244D-5D12EA471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81C30-C997-2A5A-DCF0-8F459E5F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4EBD0-70F2-83CF-D01E-2DD6977E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2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D09B-A987-DA30-6ACB-A832AA8A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4A4B7-D9EB-48A8-46B6-9FE8E5372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589CE-C2FD-F32F-8CF1-58E896670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0A6A8-2F3F-1FB2-26E0-4C6712A6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62376-248F-3B17-E510-D0B248F60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A4A99-CCD1-E9A0-BBEA-EC155201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0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0DE8-C7CC-A2AF-F264-8A504C94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66DF0-3C3B-82F0-F86C-9CAD901AE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D32E4-43D3-5F65-E736-9F9C66B94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F0FC1-7DC5-2B6A-6651-7B3CA201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2B8BA-967D-06DD-ECCB-80E58718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F6D9A-6B34-2064-81C0-34E68365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0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38E6-2A22-F155-4A55-764FBB539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3E294-CB89-B988-C636-3523B8168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06D38-7D6E-A817-A417-A1FA36E9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56763-6A18-ADF0-7D1C-ADE7D1F4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9E5E8-5CEA-9AAB-DC86-DE713F67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5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1D6C49-FC82-D942-A745-C15E9565F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4796D-B443-8E8D-FA95-A2CD77388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6F072-1278-E9EB-EF89-679583E9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AADB7-CD76-4D89-84ED-8C0CFC2B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D9BA1-42D0-1AF2-A862-12EA5184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0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E1B31-EEC3-A98B-CC75-BDDDFF26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3CA1E-DF2D-D3F1-E8AE-BF2852F08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E659E-D4AB-043F-5726-023550290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0A029-D2DC-4108-942A-2AA408BFE01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26595-B18B-D15D-1FE7-6999AC293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E366-AD0A-03BF-C5B6-FB3A485F2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1666F-3F38-4D8E-818E-B1A6E209C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0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7490230-9233-BE41-2F45-72DFA3C6CEE1}"/>
              </a:ext>
            </a:extLst>
          </p:cNvPr>
          <p:cNvCxnSpPr>
            <a:cxnSpLocks/>
          </p:cNvCxnSpPr>
          <p:nvPr/>
        </p:nvCxnSpPr>
        <p:spPr>
          <a:xfrm>
            <a:off x="10028418" y="1705976"/>
            <a:ext cx="1" cy="1346245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1753DE-AED8-D079-AA76-DF96961FCC09}"/>
              </a:ext>
            </a:extLst>
          </p:cNvPr>
          <p:cNvCxnSpPr/>
          <p:nvPr/>
        </p:nvCxnSpPr>
        <p:spPr>
          <a:xfrm>
            <a:off x="7205785" y="5439130"/>
            <a:ext cx="224155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1A1493-4442-D5EC-FD87-010BBB2212CA}"/>
              </a:ext>
            </a:extLst>
          </p:cNvPr>
          <p:cNvCxnSpPr>
            <a:cxnSpLocks/>
          </p:cNvCxnSpPr>
          <p:nvPr/>
        </p:nvCxnSpPr>
        <p:spPr>
          <a:xfrm flipH="1">
            <a:off x="6567677" y="6180881"/>
            <a:ext cx="1386261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E06EF2-C2AF-5687-DAC1-1F6425D432A2}"/>
              </a:ext>
            </a:extLst>
          </p:cNvPr>
          <p:cNvCxnSpPr>
            <a:cxnSpLocks/>
          </p:cNvCxnSpPr>
          <p:nvPr/>
        </p:nvCxnSpPr>
        <p:spPr>
          <a:xfrm flipH="1">
            <a:off x="4741982" y="5349021"/>
            <a:ext cx="1" cy="62346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0B1C5AE-1AD2-7BD5-3A94-889E9EF5FCB9}"/>
              </a:ext>
            </a:extLst>
          </p:cNvPr>
          <p:cNvCxnSpPr>
            <a:cxnSpLocks/>
          </p:cNvCxnSpPr>
          <p:nvPr/>
        </p:nvCxnSpPr>
        <p:spPr>
          <a:xfrm flipH="1">
            <a:off x="4672139" y="2428761"/>
            <a:ext cx="1" cy="62346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90DA2A5-24E8-125A-6035-5672821E348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166087" y="6158767"/>
            <a:ext cx="1038658" cy="601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97AD08-D466-37D8-1EFA-49326E308ED5}"/>
              </a:ext>
            </a:extLst>
          </p:cNvPr>
          <p:cNvCxnSpPr>
            <a:cxnSpLocks/>
          </p:cNvCxnSpPr>
          <p:nvPr/>
        </p:nvCxnSpPr>
        <p:spPr>
          <a:xfrm flipH="1">
            <a:off x="10565708" y="6232271"/>
            <a:ext cx="639584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99D7275-FF0A-D993-1AAF-A4C3481CACF7}"/>
              </a:ext>
            </a:extLst>
          </p:cNvPr>
          <p:cNvGrpSpPr/>
          <p:nvPr/>
        </p:nvGrpSpPr>
        <p:grpSpPr>
          <a:xfrm>
            <a:off x="5978769" y="2782430"/>
            <a:ext cx="2164862" cy="2782339"/>
            <a:chOff x="5978769" y="2782430"/>
            <a:chExt cx="2164862" cy="2782339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5322D45-4B1D-D312-B3BC-FBDAB3ACFD91}"/>
                </a:ext>
              </a:extLst>
            </p:cNvPr>
            <p:cNvCxnSpPr/>
            <p:nvPr/>
          </p:nvCxnSpPr>
          <p:spPr>
            <a:xfrm>
              <a:off x="7205785" y="2782430"/>
              <a:ext cx="0" cy="2782339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2E7F423-614D-D77A-257A-0DE45D80BC6C}"/>
                </a:ext>
              </a:extLst>
            </p:cNvPr>
            <p:cNvCxnSpPr>
              <a:cxnSpLocks/>
            </p:cNvCxnSpPr>
            <p:nvPr/>
          </p:nvCxnSpPr>
          <p:spPr>
            <a:xfrm>
              <a:off x="5978769" y="4122723"/>
              <a:ext cx="2164862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64574EB-7D2B-4AC3-D8E1-BCEE493078A1}"/>
                </a:ext>
              </a:extLst>
            </p:cNvPr>
            <p:cNvCxnSpPr>
              <a:cxnSpLocks/>
            </p:cNvCxnSpPr>
            <p:nvPr/>
          </p:nvCxnSpPr>
          <p:spPr>
            <a:xfrm>
              <a:off x="6166327" y="3157415"/>
              <a:ext cx="1073646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C5F38FD-3E04-55A6-D769-907C0AD656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7846" y="4994031"/>
              <a:ext cx="1187939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C05381-C219-E7B0-2978-C4FBB18BC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527" y="35329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 Series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9C4999-726B-2BFD-FE95-7506F6502DF8}"/>
              </a:ext>
            </a:extLst>
          </p:cNvPr>
          <p:cNvSpPr/>
          <p:nvPr/>
        </p:nvSpPr>
        <p:spPr>
          <a:xfrm>
            <a:off x="2787171" y="5777767"/>
            <a:ext cx="3769938" cy="7854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LSD Thinking Machine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Cognitive Hardware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11656-9A55-1913-EDFF-DC92773A797B}"/>
              </a:ext>
            </a:extLst>
          </p:cNvPr>
          <p:cNvSpPr/>
          <p:nvPr/>
        </p:nvSpPr>
        <p:spPr>
          <a:xfrm>
            <a:off x="261091" y="5777767"/>
            <a:ext cx="1904996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Hardware Awareness 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4091A-785B-52C9-9C2F-81607499E9B9}"/>
              </a:ext>
            </a:extLst>
          </p:cNvPr>
          <p:cNvSpPr/>
          <p:nvPr/>
        </p:nvSpPr>
        <p:spPr>
          <a:xfrm>
            <a:off x="9282035" y="5848609"/>
            <a:ext cx="1283673" cy="762000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Sensor array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8A40B5-18D8-4FF9-D61E-E5A6C6CF526D}"/>
              </a:ext>
            </a:extLst>
          </p:cNvPr>
          <p:cNvSpPr/>
          <p:nvPr/>
        </p:nvSpPr>
        <p:spPr>
          <a:xfrm>
            <a:off x="11159487" y="2156207"/>
            <a:ext cx="765908" cy="429675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8845B5-4398-D3E6-D991-F82AACF39B96}"/>
              </a:ext>
            </a:extLst>
          </p:cNvPr>
          <p:cNvSpPr/>
          <p:nvPr/>
        </p:nvSpPr>
        <p:spPr>
          <a:xfrm>
            <a:off x="2787171" y="4779322"/>
            <a:ext cx="3769938" cy="7854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LSD 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Operating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8D329F-18A8-C73B-F437-7040995D26FE}"/>
              </a:ext>
            </a:extLst>
          </p:cNvPr>
          <p:cNvSpPr/>
          <p:nvPr/>
        </p:nvSpPr>
        <p:spPr>
          <a:xfrm>
            <a:off x="2787171" y="2782430"/>
            <a:ext cx="3769937" cy="7854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CAPPs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Cognitive Applications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FC9ED-891F-72B9-C39F-B999812A283E}"/>
              </a:ext>
            </a:extLst>
          </p:cNvPr>
          <p:cNvSpPr/>
          <p:nvPr/>
        </p:nvSpPr>
        <p:spPr>
          <a:xfrm>
            <a:off x="2787171" y="3780876"/>
            <a:ext cx="3769938" cy="7854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AGI Executive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2577FE-EDE9-A7A2-6038-9A00F8423122}"/>
              </a:ext>
            </a:extLst>
          </p:cNvPr>
          <p:cNvSpPr/>
          <p:nvPr/>
        </p:nvSpPr>
        <p:spPr>
          <a:xfrm>
            <a:off x="2787171" y="1783984"/>
            <a:ext cx="3769937" cy="7854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Interface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FC19D5-4735-A779-8BBD-026F9732379B}"/>
              </a:ext>
            </a:extLst>
          </p:cNvPr>
          <p:cNvSpPr/>
          <p:nvPr/>
        </p:nvSpPr>
        <p:spPr>
          <a:xfrm>
            <a:off x="9365749" y="2680677"/>
            <a:ext cx="1283672" cy="28840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7C14AB-3E7F-B25C-FD78-BC763BCF1DBB}"/>
              </a:ext>
            </a:extLst>
          </p:cNvPr>
          <p:cNvSpPr/>
          <p:nvPr/>
        </p:nvSpPr>
        <p:spPr>
          <a:xfrm>
            <a:off x="7976075" y="2847408"/>
            <a:ext cx="903658" cy="7854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7F63B7-5929-94DE-22B0-593E437A2D71}"/>
              </a:ext>
            </a:extLst>
          </p:cNvPr>
          <p:cNvSpPr/>
          <p:nvPr/>
        </p:nvSpPr>
        <p:spPr>
          <a:xfrm>
            <a:off x="261813" y="1783984"/>
            <a:ext cx="1829790" cy="36874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Awareness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2A587A-B259-21B4-3E14-3A372E19031D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0649421" y="4122723"/>
            <a:ext cx="5558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49FB93E-9C39-96BC-EE18-B50934CDCAD1}"/>
              </a:ext>
            </a:extLst>
          </p:cNvPr>
          <p:cNvCxnSpPr>
            <a:cxnSpLocks/>
          </p:cNvCxnSpPr>
          <p:nvPr/>
        </p:nvCxnSpPr>
        <p:spPr>
          <a:xfrm flipV="1">
            <a:off x="8709111" y="4779322"/>
            <a:ext cx="656638" cy="1528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3F6781-C1E5-BEDD-467A-42D3BA1F80C7}"/>
              </a:ext>
            </a:extLst>
          </p:cNvPr>
          <p:cNvGrpSpPr/>
          <p:nvPr/>
        </p:nvGrpSpPr>
        <p:grpSpPr>
          <a:xfrm>
            <a:off x="2091603" y="1690688"/>
            <a:ext cx="712923" cy="3874081"/>
            <a:chOff x="2091603" y="1690688"/>
            <a:chExt cx="712923" cy="387408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1E1B451-0CC2-4E55-FD79-BC45A9552838}"/>
                </a:ext>
              </a:extLst>
            </p:cNvPr>
            <p:cNvCxnSpPr/>
            <p:nvPr/>
          </p:nvCxnSpPr>
          <p:spPr>
            <a:xfrm>
              <a:off x="2407138" y="1690688"/>
              <a:ext cx="0" cy="3874081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EC4DEC0-C316-B8BC-4130-3135EC7D279B}"/>
                </a:ext>
              </a:extLst>
            </p:cNvPr>
            <p:cNvCxnSpPr>
              <a:stCxn id="18" idx="3"/>
            </p:cNvCxnSpPr>
            <p:nvPr/>
          </p:nvCxnSpPr>
          <p:spPr>
            <a:xfrm flipV="1">
              <a:off x="2091603" y="3626338"/>
              <a:ext cx="338982" cy="1390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AA3B99A-8FEC-1F40-AD17-153624B21852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2430585" y="2176707"/>
              <a:ext cx="356586" cy="1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87FE258-1992-98BF-9387-1A7DFD3B4786}"/>
                </a:ext>
              </a:extLst>
            </p:cNvPr>
            <p:cNvCxnSpPr>
              <a:cxnSpLocks/>
            </p:cNvCxnSpPr>
            <p:nvPr/>
          </p:nvCxnSpPr>
          <p:spPr>
            <a:xfrm>
              <a:off x="2429624" y="4227184"/>
              <a:ext cx="356585" cy="1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4A3585-AE34-E334-4EA8-35FC3940E78A}"/>
                </a:ext>
              </a:extLst>
            </p:cNvPr>
            <p:cNvCxnSpPr>
              <a:cxnSpLocks/>
            </p:cNvCxnSpPr>
            <p:nvPr/>
          </p:nvCxnSpPr>
          <p:spPr>
            <a:xfrm>
              <a:off x="2435471" y="5151393"/>
              <a:ext cx="356585" cy="1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7EEFED7-52BE-F344-246F-1F6894C1B9D8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41" y="3222999"/>
              <a:ext cx="356585" cy="1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8D04A32-11F5-38DA-D5C5-1E4C74CC0849}"/>
              </a:ext>
            </a:extLst>
          </p:cNvPr>
          <p:cNvCxnSpPr>
            <a:cxnSpLocks/>
          </p:cNvCxnSpPr>
          <p:nvPr/>
        </p:nvCxnSpPr>
        <p:spPr>
          <a:xfrm>
            <a:off x="1163895" y="5471472"/>
            <a:ext cx="0" cy="306295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D8E909C-964F-493B-0537-74FF7478FD7B}"/>
              </a:ext>
            </a:extLst>
          </p:cNvPr>
          <p:cNvSpPr txBox="1"/>
          <p:nvPr/>
        </p:nvSpPr>
        <p:spPr>
          <a:xfrm>
            <a:off x="1414072" y="1372671"/>
            <a:ext cx="350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solidFill>
                    <a:srgbClr val="A02B93">
                      <a:lumMod val="60000"/>
                      <a:lumOff val="4000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Cognitive Awareness Bus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BEC975-0488-15A7-DB6F-F0CA1D120947}"/>
              </a:ext>
            </a:extLst>
          </p:cNvPr>
          <p:cNvSpPr txBox="1"/>
          <p:nvPr/>
        </p:nvSpPr>
        <p:spPr>
          <a:xfrm>
            <a:off x="7076829" y="1768978"/>
            <a:ext cx="11794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Cognitive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Message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851987-7A15-C2AE-3D9D-AC3B95A2B1D2}"/>
              </a:ext>
            </a:extLst>
          </p:cNvPr>
          <p:cNvSpPr txBox="1"/>
          <p:nvPr/>
        </p:nvSpPr>
        <p:spPr>
          <a:xfrm>
            <a:off x="319452" y="5001838"/>
            <a:ext cx="176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Awareness   API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DFF5FDD-B21A-FD20-8E09-1CBB7B26EC00}"/>
              </a:ext>
            </a:extLst>
          </p:cNvPr>
          <p:cNvSpPr/>
          <p:nvPr/>
        </p:nvSpPr>
        <p:spPr>
          <a:xfrm>
            <a:off x="78153" y="5681785"/>
            <a:ext cx="10699775" cy="10392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2455BF-D1CE-731F-E822-671C3C372CD2}"/>
              </a:ext>
            </a:extLst>
          </p:cNvPr>
          <p:cNvSpPr txBox="1"/>
          <p:nvPr/>
        </p:nvSpPr>
        <p:spPr>
          <a:xfrm>
            <a:off x="8576963" y="1016076"/>
            <a:ext cx="82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CLP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429A82-D8EC-43FF-7EF7-98594243EAAC}"/>
              </a:ext>
            </a:extLst>
          </p:cNvPr>
          <p:cNvSpPr txBox="1"/>
          <p:nvPr/>
        </p:nvSpPr>
        <p:spPr>
          <a:xfrm>
            <a:off x="10376371" y="64674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79268-37A8-B5FA-01EA-0642DA6BD0CA}"/>
              </a:ext>
            </a:extLst>
          </p:cNvPr>
          <p:cNvSpPr/>
          <p:nvPr/>
        </p:nvSpPr>
        <p:spPr>
          <a:xfrm>
            <a:off x="78153" y="1414151"/>
            <a:ext cx="10699775" cy="425495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7367BB-0DFD-4DEB-A4F2-C0290ED22A2E}"/>
              </a:ext>
            </a:extLst>
          </p:cNvPr>
          <p:cNvSpPr/>
          <p:nvPr/>
        </p:nvSpPr>
        <p:spPr>
          <a:xfrm>
            <a:off x="13221325" y="47968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71EBE0-1452-2D80-45EE-2B450090707D}"/>
              </a:ext>
            </a:extLst>
          </p:cNvPr>
          <p:cNvSpPr/>
          <p:nvPr/>
        </p:nvSpPr>
        <p:spPr>
          <a:xfrm>
            <a:off x="7557427" y="5840957"/>
            <a:ext cx="1110091" cy="762000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Packaging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D853A6-4AEF-A1FA-E06C-4C719791B7A9}"/>
              </a:ext>
            </a:extLst>
          </p:cNvPr>
          <p:cNvCxnSpPr>
            <a:cxnSpLocks/>
          </p:cNvCxnSpPr>
          <p:nvPr/>
        </p:nvCxnSpPr>
        <p:spPr>
          <a:xfrm flipH="1">
            <a:off x="8667518" y="6229609"/>
            <a:ext cx="639584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3B8668E-45E6-0697-5ACD-28A45114A839}"/>
              </a:ext>
            </a:extLst>
          </p:cNvPr>
          <p:cNvSpPr txBox="1"/>
          <p:nvPr/>
        </p:nvSpPr>
        <p:spPr>
          <a:xfrm>
            <a:off x="8709111" y="5916883"/>
            <a:ext cx="662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D6B0EA-43A2-5723-15E8-0F4246F54C03}"/>
              </a:ext>
            </a:extLst>
          </p:cNvPr>
          <p:cNvSpPr txBox="1"/>
          <p:nvPr/>
        </p:nvSpPr>
        <p:spPr>
          <a:xfrm>
            <a:off x="6499777" y="5852804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Concept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371852-1764-E888-0A4D-4CD1738B85A0}"/>
              </a:ext>
            </a:extLst>
          </p:cNvPr>
          <p:cNvSpPr/>
          <p:nvPr/>
        </p:nvSpPr>
        <p:spPr>
          <a:xfrm>
            <a:off x="5525404" y="3928549"/>
            <a:ext cx="959897" cy="52557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Planner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D4C575-1248-EE92-4F16-7902E37BD939}"/>
              </a:ext>
            </a:extLst>
          </p:cNvPr>
          <p:cNvSpPr/>
          <p:nvPr/>
        </p:nvSpPr>
        <p:spPr>
          <a:xfrm>
            <a:off x="7976075" y="4393696"/>
            <a:ext cx="903658" cy="7854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E12DEFF-4D06-7271-F8DE-D430285DE06A}"/>
              </a:ext>
            </a:extLst>
          </p:cNvPr>
          <p:cNvCxnSpPr/>
          <p:nvPr/>
        </p:nvCxnSpPr>
        <p:spPr>
          <a:xfrm>
            <a:off x="8143631" y="3626338"/>
            <a:ext cx="0" cy="77920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lowchart: Magnetic Disk 49">
            <a:extLst>
              <a:ext uri="{FF2B5EF4-FFF2-40B4-BE49-F238E27FC236}">
                <a16:creationId xmlns:a16="http://schemas.microsoft.com/office/drawing/2014/main" id="{2D50EF5F-0296-C0B5-6358-C5362DF42013}"/>
              </a:ext>
            </a:extLst>
          </p:cNvPr>
          <p:cNvSpPr/>
          <p:nvPr/>
        </p:nvSpPr>
        <p:spPr>
          <a:xfrm>
            <a:off x="9592877" y="4782421"/>
            <a:ext cx="914400" cy="612648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Skills</a:t>
            </a: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02081C20-7D80-A2AE-84A4-52AEDCA5BF9C}"/>
              </a:ext>
            </a:extLst>
          </p:cNvPr>
          <p:cNvSpPr/>
          <p:nvPr/>
        </p:nvSpPr>
        <p:spPr>
          <a:xfrm>
            <a:off x="9462404" y="3858114"/>
            <a:ext cx="1118367" cy="612648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sp>
        <p:nvSpPr>
          <p:cNvPr id="52" name="Flowchart: Process 51">
            <a:extLst>
              <a:ext uri="{FF2B5EF4-FFF2-40B4-BE49-F238E27FC236}">
                <a16:creationId xmlns:a16="http://schemas.microsoft.com/office/drawing/2014/main" id="{46873841-568D-7D4C-59AA-F4764B2DC481}"/>
              </a:ext>
            </a:extLst>
          </p:cNvPr>
          <p:cNvSpPr/>
          <p:nvPr/>
        </p:nvSpPr>
        <p:spPr>
          <a:xfrm>
            <a:off x="9447340" y="2933807"/>
            <a:ext cx="1118367" cy="612648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Behavior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Mattix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8E8A08-7566-3585-35CE-510FE927815E}"/>
              </a:ext>
            </a:extLst>
          </p:cNvPr>
          <p:cNvCxnSpPr>
            <a:cxnSpLocks/>
          </p:cNvCxnSpPr>
          <p:nvPr/>
        </p:nvCxnSpPr>
        <p:spPr>
          <a:xfrm>
            <a:off x="2429624" y="1690688"/>
            <a:ext cx="7598795" cy="139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4606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1_Office Theme</vt:lpstr>
      <vt:lpstr>L Series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Otto Lecuona</dc:creator>
  <cp:lastModifiedBy>Otto Lecuona</cp:lastModifiedBy>
  <cp:revision>1</cp:revision>
  <dcterms:created xsi:type="dcterms:W3CDTF">2026-01-30T18:48:51Z</dcterms:created>
  <dcterms:modified xsi:type="dcterms:W3CDTF">2026-01-30T18:51:28Z</dcterms:modified>
</cp:coreProperties>
</file>